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测试演示文稿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这是一个测试 PPTX 文件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第二页内容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示例内容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测试演示文稿</dc:title>
  <dc:subject>PptxGenJS Presentation</dc:subject>
  <dc:creator>PptxGenJS</dc:creator>
  <cp:lastModifiedBy>PptxGenJS</cp:lastModifiedBy>
  <cp:revision>1</cp:revision>
  <dcterms:created xsi:type="dcterms:W3CDTF">2026-03-17T16:05:21Z</dcterms:created>
  <dcterms:modified xsi:type="dcterms:W3CDTF">2026-03-17T16:05:21Z</dcterms:modified>
</cp:coreProperties>
</file>