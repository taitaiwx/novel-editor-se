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645920"/>
            <a:ext cx="54864" cy="18288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welcome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2026年3月18日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6217920"/>
            <a:ext cx="3657600" cy="36576"/>
          </a:xfrm>
          <a:prstGeom prst="rect">
            <a:avLst/>
          </a:prstGeom>
          <a:solidFill>
            <a:srgbClr val="4A90D9">
              <a:alpha val="6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○ welcome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○ 目录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○ 欢迎使用 Novel Editor SE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○ 这是一个功能强大的文本编辑器，专为创作者设计。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○ 功能特点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○ • ✨ 现代化的用户界面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○ 快速开始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○ 1. 使用左侧工具栏创建新文件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○ 支持的文件类型</a:t>
            </a:r>
            <a:endParaRPr lang="en-US" sz="16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○ • Markdown (.md)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welcome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2026年3月18日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950976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欢迎使用 Novel Editor SE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功能特点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快速开始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支持的文件类型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950976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欢迎使用 Novel Editor 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950976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这是一个功能强大的文本编辑器，专为创作者设计。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950976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功能特点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950976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✨ 现代化的用户界面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📁 智能文件管理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🎨 语法高亮显示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🔍 快速文件搜索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950976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快速开始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950976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使用左侧工具栏创建新文件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7315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选择文件进行编辑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享受流畅的编写体验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950976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支持的文件类型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9509760" cy="18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D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2011680"/>
            <a:ext cx="54864" cy="13716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Markdown (.md)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文本文件 (.txt)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JavaScript (.js, .jsx)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TypeScript (.ts, .tsx)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JSON (.json)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CSS/SCSS (.css, .scss)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HTML (.html)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Python (.py)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521208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以及更多...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Happy Coding! 🚀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subject>PptxGenJS Presentation</dc:subject>
  <dc:creator>Novel Editor</dc:creator>
  <cp:lastModifiedBy>Novel Editor</cp:lastModifiedBy>
  <cp:revision>1</cp:revision>
  <dcterms:created xsi:type="dcterms:W3CDTF">2026-03-17T17:18:52Z</dcterms:created>
  <dcterms:modified xsi:type="dcterms:W3CDTF">2026-03-17T17:18:52Z</dcterms:modified>
</cp:coreProperties>
</file>